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Urbanist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40480" y="1929854"/>
            <a:ext cx="8311038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OLA Data Analysis </a:t>
            </a:r>
            <a:r>
              <a:rPr lang="en-US" sz="5400" b="1" i="0" u="none" strike="noStrike" cap="none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Report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065115"/>
            <a:ext cx="1428750" cy="19050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138362" y="3465165"/>
            <a:ext cx="79152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Transforming Raw Data into Operational Intelligence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Bachelor of Technology (CSE) Final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38362" y="4482256"/>
            <a:ext cx="791527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Submitted By: Shivansh Sharma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Reg No. : 12200681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24896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365075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Project Overview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365075"/>
            <a:ext cx="76200" cy="502890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420415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Ride-hailing services generate massive volumes of transactional data daily. This project bridges the gap between raw database records and strategic decision-making.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2748111"/>
            <a:ext cx="5334000" cy="1681906"/>
          </a:xfrm>
          <a:prstGeom prst="roundRect">
            <a:avLst>
              <a:gd name="adj" fmla="val 6795"/>
            </a:avLst>
          </a:prstGeom>
          <a:solidFill>
            <a:srgbClr val="2A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2986236"/>
            <a:ext cx="4857750" cy="1205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Goal 1: Visualization Strategy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Create a holistic Power BI dashboard to replace static reporting with interactive monitoring.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2748111"/>
            <a:ext cx="47625" cy="1681906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71500" y="4620517"/>
            <a:ext cx="5334000" cy="1681906"/>
          </a:xfrm>
          <a:prstGeom prst="roundRect">
            <a:avLst>
              <a:gd name="adj" fmla="val 6795"/>
            </a:avLst>
          </a:prstGeom>
          <a:solidFill>
            <a:srgbClr val="2A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4858642"/>
            <a:ext cx="4857750" cy="1205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Goal 2: Operational Efficiency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Diagnose the specific reasons behind the 37.8% booking failure rate.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4620517"/>
            <a:ext cx="47625" cy="1681906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F49E74-E9D5-F9DB-7B75-467CDB539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835" y="1248964"/>
            <a:ext cx="5334032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55390"/>
            <a:ext cx="3492549" cy="483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455390"/>
            <a:ext cx="3492549" cy="483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455390"/>
            <a:ext cx="3492549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Need for Business Intelligence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17575" y="2760315"/>
            <a:ext cx="2000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High Churn Risk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7250" y="3367980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 37.8% failure rate isn't just lost revenue; it's lost trust. Without knowing </a:t>
            </a:r>
            <a:r>
              <a:rPr lang="en-US" sz="1350" b="0" i="1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why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rides fail, we cannot implement targeted retention strategies.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960858" y="2760315"/>
            <a:ext cx="227028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Revenue Leakage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35549" y="3367980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Certain routes and payment methods may correlate with higher fraud or cancellation rates. Identifying these "leakage points" is crucial.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969186" y="2760315"/>
            <a:ext cx="181022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Paralysis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13849" y="3367980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Managing 50 locations and thousands of drivers via spreadsheets leads to "data paralysis." Managers need instant visual cues.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1000" y="187449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9300" y="187449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4274" y="1874490"/>
            <a:ext cx="40005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527149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09625" y="-13841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Methodology &amp; Architecture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57213" y="9"/>
            <a:ext cx="76200" cy="502800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71500" y="679549"/>
            <a:ext cx="5334000" cy="1956196"/>
          </a:xfrm>
          <a:prstGeom prst="roundRect">
            <a:avLst>
              <a:gd name="adj" fmla="val 5842"/>
            </a:avLst>
          </a:prstGeom>
          <a:solidFill>
            <a:srgbClr val="2A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09625" y="917674"/>
            <a:ext cx="4857750" cy="147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Process Model (Waterfall):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We utilized a structured Waterfall approach. The requirements were fixed (the dataset), followed by a rigorous Data Cleaning phase in Python, Modeling in SQL, and finally Visualization in Power BI.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679549"/>
            <a:ext cx="47625" cy="1956196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71500" y="2826246"/>
            <a:ext cx="5334000" cy="2721768"/>
          </a:xfrm>
          <a:prstGeom prst="roundRect">
            <a:avLst>
              <a:gd name="adj" fmla="val 4199"/>
            </a:avLst>
          </a:prstGeom>
          <a:solidFill>
            <a:srgbClr val="2A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09625" y="3064371"/>
            <a:ext cx="48577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Data Modeling :</a:t>
            </a:r>
            <a:r>
              <a:rPr lang="en-US" sz="135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To optimize query performance, we normalized the data into a Star Schema. The central </a:t>
            </a:r>
            <a:r>
              <a:rPr lang="en-US" sz="1350" b="1" i="0" u="none" strike="noStrike" cap="none" dirty="0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Fact Table</a:t>
            </a:r>
            <a:r>
              <a:rPr lang="en-US" sz="135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tracks individual bookings, linked to </a:t>
            </a:r>
            <a:r>
              <a:rPr lang="en-US" sz="1350" b="1" i="0" u="none" strike="noStrike" cap="none" dirty="0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Dimension Tables</a:t>
            </a:r>
            <a:r>
              <a:rPr lang="en-US" sz="135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for Date, Customer, and Vehicle types.</a:t>
            </a:r>
            <a:endParaRPr dirty="0"/>
          </a:p>
        </p:txBody>
      </p:sp>
      <p:sp>
        <p:nvSpPr>
          <p:cNvPr id="133" name="Google Shape;133;p16"/>
          <p:cNvSpPr/>
          <p:nvPr/>
        </p:nvSpPr>
        <p:spPr>
          <a:xfrm>
            <a:off x="571500" y="2826246"/>
            <a:ext cx="47625" cy="2721768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71500" y="5738514"/>
            <a:ext cx="5334000" cy="1133326"/>
          </a:xfrm>
          <a:prstGeom prst="roundRect">
            <a:avLst>
              <a:gd name="adj" fmla="val 10085"/>
            </a:avLst>
          </a:prstGeom>
          <a:solidFill>
            <a:srgbClr val="2A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809625" y="5976639"/>
            <a:ext cx="4857750" cy="65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Tools Used: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Power BI (DAX/Viz), MySQL (Storage), Python (Pandas).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38514"/>
            <a:ext cx="47625" cy="1133326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4FC265-07D9-F01E-D3E7-43B9925FA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374" y="540258"/>
            <a:ext cx="5287126" cy="36126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39267"/>
            <a:ext cx="355595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2239267"/>
            <a:ext cx="355595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239267"/>
            <a:ext cx="355595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Executive Summary KPIs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809750" y="4782442"/>
            <a:ext cx="8572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data reveals a "High Volume, High Friction" environment. While demand is robust (71k bookings), the operational friction (38% failure) is acting as a severe throttle on potential revenue growth.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2620267"/>
            <a:ext cx="3174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₹24.2M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3629917"/>
            <a:ext cx="3174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Total Revenue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3934717"/>
            <a:ext cx="3174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Monthly Run Rate (July 2024)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508450" y="2620267"/>
            <a:ext cx="3174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62.2%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508450" y="3629917"/>
            <a:ext cx="3174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Success Rate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508450" y="3934717"/>
            <a:ext cx="3174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Benchmark: &gt;75% Desired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254900" y="2620267"/>
            <a:ext cx="3174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71,201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254900" y="3629917"/>
            <a:ext cx="3174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Total Volume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254900" y="3934717"/>
            <a:ext cx="3174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High Demand across 50 Areas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55390"/>
            <a:ext cx="1104900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Booking Status Decomposition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5511105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Analysis: Driver-initiated cancellations (17.9%) are nearly double that of customers. This indicates the primary issue lies with fleet management and driver incentives rather than customer intent.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55390"/>
            <a:ext cx="1104900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Vehicle Fleet Distribution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5384452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Insight:</a:t>
            </a:r>
            <a:r>
              <a:rPr lang="en-US" sz="12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The dataset shows a near-perfect uniform distribution (~14% per category). This suggests the platform is artificially capping or allocating ride requests to balance fleet utilization, rather than reflecting organic market demand (where cheaper options like Auto usually dominate).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/>
        </p:nvSpPr>
        <p:spPr>
          <a:xfrm>
            <a:off x="571500" y="1235571"/>
            <a:ext cx="5200650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Payment Habits &amp; Liquidity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2022276"/>
            <a:ext cx="49530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Cash Dominance (54.6%):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Over half of all revenue (₹13.2M) enters the system as physical cash. This creates a "Collection Lag," as OLA must recoup its commission from the drivers' digital wallets later, increasing credit risk.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3462337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UPI Adoption (40.6%):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While UPI is strong, it hasn't yet overtaken cash. Pushing this number higher is essential for real-time revenue realization.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4628108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Credit Card Friction (&lt; 5%):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The negligible use of cards highlights the Indian market's aversion to OTP friction for micro-transactions. Future UI updates should deprioritize card options.</a:t>
            </a:r>
            <a:endParaRPr/>
          </a:p>
        </p:txBody>
      </p:sp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55390"/>
            <a:ext cx="5334000" cy="483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455390"/>
            <a:ext cx="533400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Root Cause Analysis: Why Rides Fail?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BAFF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952500" y="2196554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5252"/>
                </a:solidFill>
                <a:latin typeface="Urbanist"/>
                <a:ea typeface="Urbanist"/>
                <a:cs typeface="Urbanist"/>
                <a:sym typeface="Urbanist"/>
              </a:rPr>
              <a:t>Driver Drivers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667500" y="2608064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AB40"/>
                </a:solidFill>
                <a:latin typeface="Urbanist"/>
                <a:ea typeface="Urbanist"/>
                <a:cs typeface="Urbanist"/>
                <a:sym typeface="Urbanist"/>
              </a:rPr>
              <a:t>Customer Drivers</a:t>
            </a:r>
            <a:endParaRPr/>
          </a:p>
        </p:txBody>
      </p:sp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196554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1114425" y="2892712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143000" y="2893665"/>
            <a:ext cx="43815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Personal &amp; Car Issues (35%):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This is alarmingly high, suggesting an aging fleet requiring maintenance, or drivers logging off abruptly due to fatigue.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1114425" y="3858458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1143000" y="3859410"/>
            <a:ext cx="43815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Customer Related (29.5%):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Drivers often cancel if they dislike the destination or payment mode (e.g., refusing digital payments).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1114425" y="4824204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143000" y="4825156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Sickness (20%):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Highlights the need for better driver health benefits/insurance.</a:t>
            </a:r>
            <a:endParaRPr/>
          </a:p>
        </p:txBody>
      </p:sp>
      <p:pic>
        <p:nvPicPr>
          <p:cNvPr id="199" name="Google Shape;19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2608064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6829425" y="3304222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858000" y="3305175"/>
            <a:ext cx="43815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Driver Not Moving (30%):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The #1 customer complaint. Drivers accept rides to see the destination, then "stall" to force the customer to cancel to avoid penalties.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829425" y="4269968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858000" y="4270920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Driver Asked to Cancel (25.7%):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 direct violation of policy, often done to negotiate off-platform cash fares.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2095500" y="2179290"/>
            <a:ext cx="800100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From Data to Decisions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2286000" y="3078360"/>
            <a:ext cx="7620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"This analysis uncovered ₹14.7 Million in potential revenue currently lost to cancellations and inefficiencies. By shifting from reactive reporting to proactive BI monitoring, OLA can reclaim this lost value and optimize the rider experience."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/>
        </p:nvSpPr>
        <p:spPr>
          <a:xfrm>
            <a:off x="1025366" y="2586930"/>
            <a:ext cx="10141267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BAFF29"/>
                </a:solidFill>
                <a:latin typeface="Urbanist"/>
                <a:ea typeface="Urbanist"/>
                <a:cs typeface="Urbanist"/>
                <a:sym typeface="Urbanist"/>
              </a:rPr>
              <a:t>Questions &amp; Discussion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1266825" y="3825180"/>
            <a:ext cx="9658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Office PowerPoint</Application>
  <PresentationFormat>Widescreen</PresentationFormat>
  <Paragraphs>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Urbanist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Shivansh Sharma</cp:lastModifiedBy>
  <cp:revision>2</cp:revision>
  <dcterms:modified xsi:type="dcterms:W3CDTF">2025-11-30T18:15:08Z</dcterms:modified>
</cp:coreProperties>
</file>